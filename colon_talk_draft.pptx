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Classification of Malignancy in Colorectal Polypsgit</a:t>
            </a:r>
          </a:p>
          <a:p>
            <a:pPr lvl="0" indent="0" marL="0">
              <a:buNone/>
            </a:pPr>
            <a:r>
              <a:rPr/>
              <a:t>Haggett’s</a:t>
            </a:r>
          </a:p>
          <a:p>
            <a:pPr lvl="0" indent="0" marL="0">
              <a:buNone/>
            </a:pPr>
            <a:r>
              <a:rPr/>
              <a:t>Ueno Classification</a:t>
            </a:r>
          </a:p>
          <a:p>
            <a:pPr lvl="0" indent="0" marL="0">
              <a:buNone/>
            </a:pPr>
            <a:r>
              <a:rPr/>
              <a:t>Submucosal Levels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2026-10-25T18:52:52Z</dcterms:created>
  <dcterms:modified xsi:type="dcterms:W3CDTF">2026-10-25T18:52:52Z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